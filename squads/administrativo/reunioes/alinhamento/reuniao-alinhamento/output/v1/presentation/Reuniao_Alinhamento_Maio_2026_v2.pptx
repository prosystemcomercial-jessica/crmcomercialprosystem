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REUNIÃO DE ALINHAMENTO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99FF"/>
                </a:solidFill>
                <a:latin typeface="Calibri"/>
              </a:defRPr>
            </a:pPr>
            <a:r>
              <a:t>Maio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ProSystem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68"/>
                </a:solidFill>
                <a:latin typeface="Calibri"/>
              </a:defRPr>
            </a:pPr>
            <a:r>
              <a:t>Equipe ProSystem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PAUTA DO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2316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Marketing &amp; Presença 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Negociações em Andamento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77639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69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Clientes Perdidos — Análise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5488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Avaliações Google &amp; Meta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5321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23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INÍCIO → MEIO → FIM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Ciclo completo até a resolução final do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USO DA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Organizar, acompanhar e finalizar cada demanda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PROATIVIDADE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Não esperar o cliente chamar — tomar a iniciativa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ATIVO LIBERADO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Agenda livre para foco total nas demandas 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"Agenda livre = atenção total ao cliente"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MARKETING — MAIO/2026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Site ProSystem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prosystemnet.com — renovado com soluções completas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Blog Semanal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Postagens automáticas para engajamento e visibilidade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63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Campanhas 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Farmácias + Padarias — leads chegando diariamente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69280"/>
            <a:ext cx="9601200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Meta: Mais conteúdo → Mais visibilidade → Mais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GOOGLE REVIEWS — RUMO ÀS 100!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4,9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Nota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87 /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avaliações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+36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novas em Maio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AVALIAÇÕES EM DESTAQUE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"Muito bem assessorado... ótimo atendimento e serviços relevantes de suporte"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Arthur, Farmácia Menor Preço (Cujubim-RO)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"Bom empenho na prestação de serviços de instalação e suporte técnico"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Welder, LOOSE FARMA (Serra-ES)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"Fácil de lidar, bem objetivo e com atenciosos profissionais sempre a disposição"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Magno Campos, Farmácia da Vila (Conceição da Barra-ES)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NEGOCIAÇÕES FECHADAS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propostas fechadas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0292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FARMA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14 propostas  |  R$ 350 a R$ 380/mês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Implantação: R$ 1.000 a R$ 2.120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Expansão em Goiás e Rondônia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029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PADARIA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2 propostas  |  R$ 280/mês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Implantação: R$ 700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943600"/>
            <a:ext cx="320040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treinamento/acompanhamento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943600"/>
            <a:ext cx="320040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em processo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943600"/>
            <a:ext cx="3200400" cy="4572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aguardando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CLIENTES PERDIDOS — JAN A ABR/2026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clientes perdidos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-R$ 5.700/mês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receita recorrente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só em Abril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069848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3 PRINCIPAIS MOTIVOS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Troca de sistema / novas funcionalidades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8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Concorrentes com app web/IA, sistema especializado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Falta de atendimento / suporte adequado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2 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Relatos críticos de suporte técnico inadequado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Empresa encerrou atividades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3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Deram baixa no CNPJ ou encerraram operações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17920"/>
            <a:ext cx="1069848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Ciclo completo de atendimento (início → meio → fim)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Equipe Técnica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Imediato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Reforçar proatividade no contato com clientes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Todos os técnicos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Contínuo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Atingir meta de 100 avaliações Google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Comercial + Suporte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31/05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Acompanhar implantações Farma Plus em GO/RO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Contínuo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Criar plano de retenção para clientes insatisfeitos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Supervisão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Junho/2026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9FF"/>
                </a:solidFill>
                <a:latin typeface="Calibri"/>
              </a:defRPr>
            </a:pPr>
            <a:r>
              <a:t>Até a próxima reunião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33295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ProSystem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