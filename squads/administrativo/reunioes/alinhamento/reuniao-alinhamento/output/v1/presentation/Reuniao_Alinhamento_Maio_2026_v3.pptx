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REUNIÃO DE ALINHAMENTO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99FF"/>
                </a:solidFill>
                <a:latin typeface="Calibri"/>
              </a:defRPr>
            </a:pPr>
            <a:r>
              <a:t>Maio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3366"/>
                </a:solidFill>
                <a:latin typeface="Calibri"/>
              </a:defRPr>
            </a:pPr>
            <a:r>
              <a:t>ProSystem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568"/>
                </a:solidFill>
                <a:latin typeface="Calibri"/>
              </a:defRPr>
            </a:pPr>
            <a:r>
              <a:t>Equipe ProSystem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00400"/>
            <a:ext cx="21332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PAUTA DO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Padrão de Atendimento Técnico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42316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688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514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Marketing &amp; Presença Digital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0040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Negociações em Andamento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77639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069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Clientes Perdidos — Análise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75488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Avaliações Google &amp; Meta 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53212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623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Encaminhamentos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PADRÃO DE ATENDIMENTO TÉCNICO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INÍCIO → MEIO → FIM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Ciclo completo até a resolução final do cliente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USO DA 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Organizar, acompanhar e finalizar cada demanda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PROATIVIDADE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Não esperar o cliente chamar — tomar a iniciativa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ATIVO LIBERADO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Agenda livre para foco total nas demandas ativas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Calibri"/>
              </a:defRPr>
            </a:pPr>
            <a:r>
              <a:t>🎯  "Agenda livre = atenção total ao cliente"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MARKETING — MAIO/2026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73152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3366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Site ProSystem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prosystemnet.com — renovado com soluções completas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08960"/>
            <a:ext cx="73152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3366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Blog Semanal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Postagens automáticas para engajamento e visibilidade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572000"/>
            <a:ext cx="73152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663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3366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Campanhas Ativas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Farmácias + Padarias — leads chegando diariamente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669280"/>
            <a:ext cx="9601200" cy="54864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Calibri"/>
              </a:defRPr>
            </a:pPr>
            <a:r>
              <a:t>🎯  Meta: Mais conteúdo → Mais visibilidade → Mais 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GOOGLE REVIEWS — RUMO ÀS 100!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4,9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Nota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87 /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avaliações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+36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novas em Maio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AVALIAÇÕES EM DESTAQUE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⭐ "Muito bem assessorado... ótimo atendimento e serviços relevantes de suporte"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CC"/>
                </a:solidFill>
                <a:latin typeface="Calibri"/>
              </a:defRPr>
            </a:pPr>
            <a:r>
              <a:t>   — Arthur, Farmácia Menor Preço (Cujubim-RO)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⭐ "Bom empenho na prestação de serviços de instalação e suporte técnico"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CC"/>
                </a:solidFill>
                <a:latin typeface="Calibri"/>
              </a:defRPr>
            </a:pPr>
            <a:r>
              <a:t>   — Welder, LOOSE FARMA (Serra-ES)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⭐ "Fácil de lidar, bem objetivo e com atenciosos profissionais sempre a disposição"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CC"/>
                </a:solidFill>
                <a:latin typeface="Calibri"/>
              </a:defRPr>
            </a:pPr>
            <a:r>
              <a:t>   — Magno Campos, Farmácia da Vila (Conceição da Barra-ES)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NEGOCIACOES FECHADAS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R$ 24.180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caixa imediato (instalacoes)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R$ 5.450/mes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MMR mensal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R$ 1.612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media de implantacao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530352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FARMA PLUS  (13 propostas)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Media mensalidade: R$ 376 / 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Media implantacao: R$ 1.752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Expansao em Goias e Rondonia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00400"/>
            <a:ext cx="5029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00400"/>
            <a:ext cx="502920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PADARIA  (2 propostas)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023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Media mensalidade: R$ 280 / 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389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Media implantacao: R$ 700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943600"/>
            <a:ext cx="347472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 treinamento/acompanhamento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5943600"/>
            <a:ext cx="3474720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 em processo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5943600"/>
            <a:ext cx="3200400" cy="4572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 aguardando cliente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SERVICOS DE COMUNICACAO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463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R$ 1.950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total em servicos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37160" cy="10058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1893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Troca de titularidade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HOFFMAN &amp; PASSOS → AMARAL FARMA ALTO LAGE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8A745"/>
                </a:solidFill>
                <a:latin typeface="Calibri"/>
              </a:defRPr>
            </a:pPr>
            <a:r>
              <a:t>R$ 550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37160" cy="10058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1608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0233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Troca de titularidade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FAUST → FARMACIA ECONOMICA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8A745"/>
                </a:solidFill>
                <a:latin typeface="Calibri"/>
              </a:defRPr>
            </a:pPr>
            <a:r>
              <a:t>R$ 550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137160" cy="10058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120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2120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Inclusao de loja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DROGALIMA — incluir loja na comunicacao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8A745"/>
                </a:solidFill>
                <a:latin typeface="Calibri"/>
              </a:defRPr>
            </a:pPr>
            <a:r>
              <a:t>R$ 850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CLIENTES PERDIDOS — JAN A ABR/2026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clientes perdidos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-R$ 5.700/mes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receita recorrente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so em Abril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1069848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3 PRINCIPAIS MOTIVOS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03320"/>
            <a:ext cx="320040" cy="3200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Troca de sistema / novas funcionalidades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8 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Concorrentes com app web/IA, sistema especializado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617720"/>
            <a:ext cx="320040" cy="3200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Falta de atendimento / suporte adequado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2 clientes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Relatos criticos de suporte tecnico inadequado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532120"/>
            <a:ext cx="320040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Empresa encerrou atividades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3 clientes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852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Deram baixa no CNPJ ou encerraram operacoes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217920"/>
            <a:ext cx="1069848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ENCAMINHAMENTOS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ACAO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47472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RESPONSAVEL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47472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PRAZO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Ciclo completo de atendimento (inicio, meio e fim)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8600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Equipe Tecnica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Imediato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71800"/>
            <a:ext cx="34747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Reforcar proatividade no contato com clientes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971800"/>
            <a:ext cx="34747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Todos os tecnicos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971800"/>
            <a:ext cx="34747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0175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Continuo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5760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03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Atingir meta de 100 avaliacoes Google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65760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703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Comercial + Suporte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65760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703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31/05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343400"/>
            <a:ext cx="34747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389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Acompanhar implantacoes Farma Plus em GO/RO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343400"/>
            <a:ext cx="34747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389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Suporte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343400"/>
            <a:ext cx="34747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389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Continuo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02920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074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Criar plano de retencao para clientes insatisfeitos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502920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5074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Supervisao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502920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5074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Junho/2026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715000"/>
            <a:ext cx="34747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760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Realizar follow-up pos-implantacao para evitar churn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5715000"/>
            <a:ext cx="34747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5760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Suporte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5715000"/>
            <a:ext cx="34747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5760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Imediato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9FF"/>
                </a:solidFill>
                <a:latin typeface="Calibri"/>
              </a:defRPr>
            </a:pPr>
            <a:r>
              <a:t>Ate a proxima reuniao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33295" cy="54864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ProSystem Sistemas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